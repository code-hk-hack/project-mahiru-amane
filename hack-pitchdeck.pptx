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745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2" y="928092"/>
            <a:ext cx="3287316" cy="328731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925119" y="1324719"/>
            <a:ext cx="1689199" cy="215354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1"/>
          <p:cNvSpPr/>
          <p:nvPr/>
        </p:nvSpPr>
        <p:spPr>
          <a:xfrm>
            <a:off x="4010174" y="1367210"/>
            <a:ext cx="197628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MAHIRU / AMANE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925119" y="1596777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AI-Powered Social Confidence &amp; Interview Training</a:t>
            </a:r>
            <a:endParaRPr lang="en-US" sz="2750" dirty="0"/>
          </a:p>
        </p:txBody>
      </p:sp>
      <p:sp>
        <p:nvSpPr>
          <p:cNvPr id="7" name="Text 3"/>
          <p:cNvSpPr/>
          <p:nvPr/>
        </p:nvSpPr>
        <p:spPr>
          <a:xfrm>
            <a:off x="3925119" y="313833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24/7 voice-to-voice AI coach that helps Gen Z professionals build real-world communication skills — without judgment, without the $300/hr price tag.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0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Problem: Confidence Has a Price Tag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3758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 Z is entering the workforce stressed, underprepared, and priced out of professional coaching.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9470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40%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496119" y="233965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Gen Z Stressed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64616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Feel anxious all or most of the time — Deloitte 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0553" y="169470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74%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660553" y="233965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Needed Time Off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64616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Due to stress, but only 43% felt safe taking 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227338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$300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96119" y="3872285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 Hour Coaching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178796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Career coaching costs $150–$300/hr — unaffordable for students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0553" y="3227338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0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4660553" y="3872285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Tools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0553" y="4178796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affordable, conversational AI practice environment exists today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682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Meet Mahiru / Amane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21457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Your always-on AI coach for interview mastery and social confidence — judgment-free, available 24/7.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013371"/>
            <a:ext cx="4787801" cy="28415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10481" y="3081194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Instant Feedback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81" y="3195826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 Analyzes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486226" y="3195826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Speaks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3923630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Speak naturally, get instant feedback, and build confidence through safe, repeated practice.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5489" y="4085667"/>
            <a:ext cx="2174749" cy="619199"/>
          </a:xfrm>
          <a:prstGeom prst="roundRect">
            <a:avLst>
              <a:gd name="adj" fmla="val 135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5799" y="4210720"/>
            <a:ext cx="1806104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🗣️</a:t>
            </a: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Voice-to-Voice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5799" y="4421706"/>
            <a:ext cx="180610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Speak naturally — no typing required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9277" y="4115544"/>
            <a:ext cx="1992213" cy="619199"/>
          </a:xfrm>
          <a:prstGeom prst="roundRect">
            <a:avLst>
              <a:gd name="adj" fmla="val 135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2592775" y="4187874"/>
            <a:ext cx="1806178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Deep Analysis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549277" y="4421322"/>
            <a:ext cx="180617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Detects filler words, tone, and hesitation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02510" y="4115544"/>
            <a:ext cx="1992139" cy="619199"/>
          </a:xfrm>
          <a:prstGeom prst="roundRect">
            <a:avLst>
              <a:gd name="adj" fmla="val 135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4695527" y="4208562"/>
            <a:ext cx="1806104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Judgment-Free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95527" y="4421706"/>
            <a:ext cx="180610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Practice anytime, as often as you need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655668" y="4115544"/>
            <a:ext cx="1992213" cy="619199"/>
          </a:xfrm>
          <a:prstGeom prst="roundRect">
            <a:avLst>
              <a:gd name="adj" fmla="val 135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748686" y="4208562"/>
            <a:ext cx="1806178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Real Scenarios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48686" y="4395267"/>
            <a:ext cx="1806178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Simulates real interviews and social situations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1901" y="24737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61901" y="707487"/>
            <a:ext cx="8608963" cy="19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Built for real-time performance, scalability, and seamless AI integration.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6832"/>
            <a:ext cx="4408984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83272" y="160312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This Stack Wins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83272" y="2156173"/>
            <a:ext cx="3989412" cy="1775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Sub-500ms voice latency</a:t>
            </a: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via Gnani.ai — conversations feel natural, not robotic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12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Groq + Gemini</a:t>
            </a: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deliver nuanced, context-aware coaching feedback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12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MCP architecture</a:t>
            </a: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enables dynamic tool execution during sessions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12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Supabase</a:t>
            </a: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tracks progress, session history, and user analytics securely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077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Strategic Partner Integrations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5089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Powered by industry-leading platforms — each partner strengthens Mahiru/Amane's core capabilities.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8" y="1772580"/>
            <a:ext cx="1931566" cy="1718742"/>
          </a:xfrm>
          <a:prstGeom prst="roundRect">
            <a:avLst>
              <a:gd name="adj" fmla="val 74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37877" y="1988190"/>
            <a:ext cx="1648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Gnani.ai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267280"/>
            <a:ext cx="164804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STT/TTS with ultra-fast voice response and natural conversations.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2684281"/>
            <a:ext cx="2041401" cy="1718742"/>
          </a:xfrm>
          <a:prstGeom prst="roundRect">
            <a:avLst>
              <a:gd name="adj" fmla="val 74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85442" y="2879824"/>
            <a:ext cx="198655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Groq / Google Gemini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90314" y="3101830"/>
            <a:ext cx="2068527" cy="125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LLM intelligence for nuanced coaching, contextual feedback, and adaptive scenarios (not partner </a:t>
            </a:r>
            <a:r>
              <a:rPr lang="en-US" sz="11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integretions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wish to you use </a:t>
            </a:r>
            <a:r>
              <a:rPr lang="en-US" sz="11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memO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it in future)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43" y="1772580"/>
            <a:ext cx="2002558" cy="1718742"/>
          </a:xfrm>
          <a:prstGeom prst="roundRect">
            <a:avLst>
              <a:gd name="adj" fmla="val 74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718957" y="1988190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18957" y="2228810"/>
            <a:ext cx="1850328" cy="11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 history, user progress tracking, and real-time analytics(not partner </a:t>
            </a:r>
            <a:r>
              <a:rPr lang="en-US" sz="11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integreation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willing to </a:t>
            </a:r>
            <a:r>
              <a:rPr lang="en-US" sz="11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integreating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1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keploy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1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inbackend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future 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16242" y="2684281"/>
            <a:ext cx="1931640" cy="1718742"/>
          </a:xfrm>
          <a:prstGeom prst="roundRect">
            <a:avLst>
              <a:gd name="adj" fmla="val 742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7999" y="2927243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Slashy via MCP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7998" y="3149804"/>
            <a:ext cx="16481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Dynamic tool execution for scheduling, resume analysis, and progress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22536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 $236B+ Market Opportunity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597099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Mahiru/Amane sits at the intersection of three high-growth markets — positioned to capture massive Gen Z demand.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11" y="807021"/>
            <a:ext cx="8392886" cy="33339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255885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Three Markets, One Product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406423"/>
            <a:ext cx="2693640" cy="4190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586" y="4491335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EdTech — $236B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14586" y="4660032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18.3% CAGR through 2026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5179" y="4406423"/>
            <a:ext cx="2693640" cy="4190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43647" y="4505210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 Career Coaching — $14.8B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343647" y="4660032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22.3% CAGR, reaching $14.82B by 2030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4241" y="4419744"/>
            <a:ext cx="2693640" cy="4057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2708" y="4507026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2.3B Gen Z Users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6072708" y="4660032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Entering workforce during peak mental health awareness</a:t>
            </a: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496119" y="4865266"/>
            <a:ext cx="8151763" cy="196155"/>
          </a:xfrm>
          <a:prstGeom prst="roundRect">
            <a:avLst>
              <a:gd name="adj" fmla="val 32523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61" y="4953819"/>
            <a:ext cx="88553" cy="7084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6356" y="4918397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The gap is clear:</a:t>
            </a: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 affordable, real-time AI social confidence + interview simulator exists for Gen Z. Mahiru/Amane fills it.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463</Words>
  <Application>Microsoft Office PowerPoint</Application>
  <PresentationFormat>On-screen Show (16:9)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Nobile</vt:lpstr>
      <vt:lpstr>Twemoji Mozilla</vt:lpstr>
      <vt:lpstr>Fraunces ExtraBold</vt:lpstr>
      <vt:lpstr>Nobile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Kartikay Sharma</dc:creator>
  <cp:lastModifiedBy>Kartikay Sharma</cp:lastModifiedBy>
  <cp:revision>4</cp:revision>
  <dcterms:created xsi:type="dcterms:W3CDTF">2026-07-16T08:23:10Z</dcterms:created>
  <dcterms:modified xsi:type="dcterms:W3CDTF">2026-07-16T14:45:07Z</dcterms:modified>
</cp:coreProperties>
</file>